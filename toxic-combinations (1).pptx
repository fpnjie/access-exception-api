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221" y="1947863"/>
            <a:ext cx="77435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buNone/>
            </a:pPr>
            <a:r>
              <a:rPr lang="en-US" sz="288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Combinations of Data &amp; Access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2403318" y="2605088"/>
            <a:ext cx="43373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Data Classification to Detect &amp; Control Toxic Pairs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3393" y="2900363"/>
            <a:ext cx="45772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Management &amp; Data Classification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076450"/>
            <a:ext cx="82296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definitions: toxic combinations, toxic pairs, and compound risk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foundations and your catalog structure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data combinations across privacy, security, and compliance domains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access combinations and separation-of-duties (SoD)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monitoring, and tooling patterns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model, metrics, and implementation roadmap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922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Toxic Combinations Matter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971675"/>
            <a:ext cx="82296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Individually, data elements or entitlements may be low to moderate risk; in combination they can become critical exposures.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data combinations (e.g., names + addresses + payment card data) dramatically amplify breach impact and compliance penalties.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Quasi-identifiers such as date of birth, gender, and ZIP code can re-identify most individuals when combined.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and insiders exploit these combinations, not isolated fields, to assemble complete pictures of people, accounts, and systems.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9100"/>
            <a:ext cx="4000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Foundation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295400"/>
            <a:ext cx="4000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catalog already defines how data elements roll up into groupings, categories, and classifications.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71650"/>
            <a:ext cx="4000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elements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Account Balance, Account Passwords, Age, Application Source Code, Arrangement ID, etc.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groupings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Personal Financial Information, Online/Digital Identifiers, Personal Characteristics, Intellectual Property, Government-Issued Identifiers, Third-Party Information.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PD, EPD, PII, PHI, PCI, Proprietary Information.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Restricted, Confidential, Internal.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248150"/>
            <a:ext cx="4000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structure is the backbone for defining and discovering toxic pairs.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922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Toxic Combinations?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971675"/>
            <a:ext cx="82296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data combinations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Unintentional or unnecessary co-location of multiple sensitive data elements that in combination cause outsized privacy, security, or regulatory risk.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pairs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minimal set of two (or a small handful of) elements that cross a risk threshold when present together in a record, table, document, or dataset.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access combinations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Conflicting entitlements (e.g., create vendor + approve payment) that break separation-of-duties and enable fraud or unchecked changes.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 is to systematically identify, monitor, and control these combinations using your existing taxonomy.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38275"/>
            <a:ext cx="8229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Elements, Quasi-Identifiers, and Sensitive Attributes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314575"/>
            <a:ext cx="822960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identifiers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Names, SSNs, account numbers, customer IDs, email addresses, phone numbers.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Quasi-identifiers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Age, date of birth, ZIP/postal code, gender, occupation, location, device identifier.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attributes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Financial balances, income, credit scores, health conditions, biometrics, authentication credentials, government IDs.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pairs typically couple a direct or quasi-identifier with a highly sensitive attribute in the same subject context.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52588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Toxic Data Combinations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205038"/>
            <a:ext cx="82296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finance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Name + Account Number + Account Balance + Contact Details.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Card Number + CVV + Expiration + Billing Address + Email.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documents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Government ID Number + Date of Birth + Address + Biometric or Photo.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Patient Identifier + Diagnostic Codes + Date of Service + Location.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data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Employee ID + Compensation + Performance Ratings + Sensitive HR Notes.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Labels to Toxic Pairs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695450"/>
            <a:ext cx="822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combinations can be defined as rules over your classification labels rather than hard-coding column names.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1717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combination of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/ PD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information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(balances, payment data) about the same subject.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/ PD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together with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(diagnoses, procedures) in the same dataset or document.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(passwords, keys, secrets) co-located with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identifiers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highly privileged entitlements.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identifiers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combined with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photos, or authentication factors.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Internal-only proprietary data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co-located with unrestricted sharing channels (public links, external collaborators).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4463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Access Combinations (Separation-of-Duties)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966912"/>
            <a:ext cx="8394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combinations are not limited to data values; they also apply to permissions.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62188"/>
            <a:ext cx="82296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create vendor + maintain vendor + approve invoice + release payment.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manage identities + manage policies + approve exceptions for the same system.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Cloud/IaaS: administer IAM roles + manage networking + manage storage containing restricted data.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DevOps: push code to production + approve own pull requests + manage logging/monitoring configuration.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combinations dramatically increase fraud and change-risk when held by a single identity.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6210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Cyber Risks and Attack Paths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114550"/>
            <a:ext cx="82296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chain weaknesses: exposed database + over-privileged role + missing EDR + internet access.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risk in isolation may be medium; together they form a toxic path to high-value data.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Data-centric view: public-facing storage + restricted dataset + lack of encryption + broad read permissions.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Access-centric view: orphaned privileged accounts + weak MFA + toxic entitlement sets.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mature program models and monitors these multi-factor combinations as first-class risks.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1613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Toxic Combination Catalog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024062"/>
            <a:ext cx="822960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data catalog as the source of truth for all classified elements and their groupings.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dimensions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identifiability, sensitivity, regulatory impact, business criticality, and exposure surface.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combinations of labels that exceed acceptable risk thresholds (e.g., PII + PCI + Restricted).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them as reusable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pair rules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clear owners, rationale, and control objectives.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the catalog as a living asset aligned to regulatory changes and new data uses (AI, analytics, data sharing).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52588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Monitoring Patterns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205038"/>
            <a:ext cx="82296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DLP / DSPM policies to evaluate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conditions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multiple fields and files.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the data catalog's APIs to scan tables, documents, and data stores for toxic rules.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IAM and SoD tooling to monitor toxic access combinations on identities and roles.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toxic combination checks into CI/CD and data pipeline governance gates.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high-risk findings into centralized risk registers and security posture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81125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&amp; Architecture Patterns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1933575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co-location: separate identifiers from sensitive attributes where possible; use tokens or pseudonyms.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role-based access to toxic datasets and toxic entitlements.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 zoning: production vs analytics vs sharing zones with different controls and allowed combinations.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and tokenize high-impact attributes and restrict decryption keys to tightly controlled services.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privacy-enhancing techniques (aggregation, k-anonymity, differential privacy) for analytic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52588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Success Measures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205038"/>
            <a:ext cx="82296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of known toxic combinations across key systems and data stores.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and severity of toxic combinations eliminated or mitigated over time.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detect and remediate new toxic combination findings.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high-value datasets with clearly defined toxic pair rules and owners.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incidents, near-misses, or control failures involving toxic data or access combinations.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1613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024062"/>
            <a:ext cx="822960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– Discover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Inventory sensitive data, entitlements, and systems; baseline existing classification and SoD rules.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– Define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Agree on risk criteria, draft toxic combination rules, and prioritize high-impact areas.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– Detect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Implement catalog-driven scanning, DLP/DSPM policies, and SoD monitoring for toxic combinations.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– Control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Implement architectural changes, access reductions, and remediation workflows.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– Sustain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Establish governance forums, metrics, and continuous improvement cycles.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1257" y="1728788"/>
            <a:ext cx="33214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&amp; Next Steps</a:t>
            </a:r>
            <a:endParaRPr lang="en-US" sz="2160" dirty="0"/>
          </a:p>
        </p:txBody>
      </p:sp>
      <p:sp>
        <p:nvSpPr>
          <p:cNvPr id="3" name="Text 1"/>
          <p:cNvSpPr/>
          <p:nvPr/>
        </p:nvSpPr>
        <p:spPr>
          <a:xfrm>
            <a:off x="457200" y="2281238"/>
            <a:ext cx="82296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combinations transform isolated issues into material risk. By leveraging your existing data classification model and access controls, you can systematically discover, prioritize, and neutralize these combinations.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938463"/>
            <a:ext cx="8229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deck as the backbone for stakeholder discussions, design reviews, and roadmap planning for a toxic combinations program.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2026-05-11T14:12:47Z</dcterms:created>
  <dcterms:modified xsi:type="dcterms:W3CDTF">2026-05-11T14:12:47Z</dcterms:modified>
</cp:coreProperties>
</file>